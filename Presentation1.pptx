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26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3939A-CA65-7BC6-417C-A812824C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F64AA-F3B6-4006-26B5-A66BD747E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816D3-D681-3950-F7D3-CDA7A6A4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64D79-8171-BD07-BDC0-8F54F262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A6234-7EC7-EFE8-E9F9-26B19E67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9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1925-19CF-6F6B-A37A-F3F1B455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A2843-09A2-B6B0-E3F8-9DAA736B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62D26-4535-FBDC-7141-0C2B7926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4EFCC-882B-6BE1-E424-BCD8E9E7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7F69F-EBB7-FAB7-6900-ED0BC7BE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1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3E38-3992-9DE8-F8D4-69E78799E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E0982-206A-6747-95D8-041C3724D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439CE-B926-C9F8-D402-63D676B8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DA60D-6BD6-859B-5045-869E175A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021E-71FE-974F-B646-BB0F3F39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5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DD9D-103A-EA30-BE65-73F65BD3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997D-DE85-85F0-3605-E0B6B60B6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44D8B-94F6-6B94-B8F3-4091D0A79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0D523-68CD-E878-2A1C-5233D376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2F7E5-2B80-C49D-47A2-75B41C1C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A8927-4A22-6B4E-8145-34692E03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4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0805-9DA7-DCD0-2664-E7B5A145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2900C-6D42-8FA1-4F5E-56E0989D4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A6949-9326-5B95-31C9-A40CA0D05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42467-E22E-3A51-EFC1-8C1FF9B69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B73F2-18BA-C62E-5354-EAAA28715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BBF35-797B-F057-9BE4-DCC10ED9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D2573-FB7B-3589-EFA1-7AE8DB32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7BCBE-912E-B9DC-2FF2-CB2A633F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15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F12F-479C-5CE4-30C6-386A1299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4D8A3-BD5A-4F19-45BD-2762F21DE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C03C6-9A72-4E8E-B268-2E00D599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21693-C309-2E07-1114-665C9C07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A82BC-3862-3D5F-A042-7B691207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07CC4-72BB-4FB9-E0E6-48172F36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5F616-CE12-596B-1217-DC66124B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8DAC-B487-570F-5D49-D35F6DDB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B31E-2517-60C3-0D68-64538D58C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62246-D75E-3ACD-9B6E-8BC585895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BC470-3223-E75E-7C71-1E9F60DF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486F9-7D79-6C08-5838-947C00E3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5FC51-1201-7CAA-C981-E5F61C0A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8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FCAD-3F33-5573-A232-098B4C1C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AB8E0-3519-B4BF-6895-BB6E3028F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DB85A-3BF3-F43C-0331-861297013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4F595-F334-E39E-6D30-23D83D33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E648F-49A6-3D72-90CA-D56DC548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C2E8-86B5-F120-E04D-E58FD783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2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9728-225C-75A2-B81D-277C2753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CCD6F-CA8E-9082-3DA4-6AA2C6BB3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9C3B2-1F17-4A8B-A6C1-B229FD5C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C0407-0C9A-A5AD-3B55-7989167A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4500-DBF4-4A74-6998-4B6A1349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01A39-CA3A-C3AB-6B1B-2491CC4C4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86A37-5A5E-A102-69AF-BB83024EB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51C94-C6E7-0A21-CAF7-76AAA63D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B80C-8C39-355B-4168-678FD9F6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6698-0550-DFC5-D373-680B9E40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2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A7AD3-726F-F787-BE6F-4E67A578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7A04E-8B0E-78F8-2070-451404FD4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7E9B-898D-304B-D2D1-39D642ED6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8306-9EB2-45D8-941F-50014FF8D3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F8AE-DC87-E4D1-7374-84968C756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07127-139E-A158-D2DB-FCB9BB838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039B8-646C-43E7-9727-A383664D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4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CC901E-58DE-2B4B-A4C8-D4B8958C1314}"/>
              </a:ext>
            </a:extLst>
          </p:cNvPr>
          <p:cNvSpPr/>
          <p:nvPr/>
        </p:nvSpPr>
        <p:spPr>
          <a:xfrm>
            <a:off x="0" y="0"/>
            <a:ext cx="12192000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My Personal Library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D68AC-1107-423A-CA43-C4E1C079FD35}"/>
              </a:ext>
            </a:extLst>
          </p:cNvPr>
          <p:cNvSpPr txBox="1"/>
          <p:nvPr/>
        </p:nvSpPr>
        <p:spPr>
          <a:xfrm>
            <a:off x="10835640" y="885432"/>
            <a:ext cx="1719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Kaden Andreasen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A236E-CA09-032B-988D-19A86797AC51}"/>
              </a:ext>
            </a:extLst>
          </p:cNvPr>
          <p:cNvSpPr txBox="1"/>
          <p:nvPr/>
        </p:nvSpPr>
        <p:spPr>
          <a:xfrm>
            <a:off x="335280" y="777263"/>
            <a:ext cx="12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09CFC-5FD7-2F2A-D718-1B08744D7ED7}"/>
              </a:ext>
            </a:extLst>
          </p:cNvPr>
          <p:cNvSpPr txBox="1"/>
          <p:nvPr/>
        </p:nvSpPr>
        <p:spPr>
          <a:xfrm>
            <a:off x="1903476" y="758822"/>
            <a:ext cx="12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Libraries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37227-42A8-300E-5DF1-0E41F89B44C7}"/>
              </a:ext>
            </a:extLst>
          </p:cNvPr>
          <p:cNvSpPr txBox="1"/>
          <p:nvPr/>
        </p:nvSpPr>
        <p:spPr>
          <a:xfrm>
            <a:off x="3422904" y="758822"/>
            <a:ext cx="12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Photos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A7BEB-84AD-3651-9548-B0DB305BBD67}"/>
              </a:ext>
            </a:extLst>
          </p:cNvPr>
          <p:cNvSpPr txBox="1"/>
          <p:nvPr/>
        </p:nvSpPr>
        <p:spPr>
          <a:xfrm>
            <a:off x="5032248" y="777261"/>
            <a:ext cx="12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A4878-0D61-DD04-A791-20DB334E4172}"/>
              </a:ext>
            </a:extLst>
          </p:cNvPr>
          <p:cNvSpPr txBox="1"/>
          <p:nvPr/>
        </p:nvSpPr>
        <p:spPr>
          <a:xfrm>
            <a:off x="6678168" y="777260"/>
            <a:ext cx="12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C55258-84E3-96B2-50E2-3B1E2BB29B59}"/>
              </a:ext>
            </a:extLst>
          </p:cNvPr>
          <p:cNvSpPr/>
          <p:nvPr/>
        </p:nvSpPr>
        <p:spPr>
          <a:xfrm>
            <a:off x="9610344" y="164592"/>
            <a:ext cx="2450592" cy="276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search…</a:t>
            </a:r>
          </a:p>
        </p:txBody>
      </p:sp>
    </p:spTree>
    <p:extLst>
      <p:ext uri="{BB962C8B-B14F-4D97-AF65-F5344CB8AC3E}">
        <p14:creationId xmlns:p14="http://schemas.microsoft.com/office/powerpoint/2010/main" val="237931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Kaden Andreasen</dc:creator>
  <cp:lastModifiedBy>Kaden Andreasen</cp:lastModifiedBy>
  <cp:revision>1</cp:revision>
  <dcterms:created xsi:type="dcterms:W3CDTF">2025-12-19T00:25:11Z</dcterms:created>
  <dcterms:modified xsi:type="dcterms:W3CDTF">2025-12-19T00:51:28Z</dcterms:modified>
</cp:coreProperties>
</file>